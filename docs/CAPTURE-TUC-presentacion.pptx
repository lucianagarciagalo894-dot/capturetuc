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lucianagarciagalo894-dot/Capturetuc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241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6A36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68680" y="37033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de fotolibros personalizados — Proyecto final 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C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CoderHouse · [Tu nombre] · [Fecha de la presentación]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· Problema · Público · Funcionalidades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CAPTURE TUC?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especializado en la venta de fotolibros (álbumes de fotos) personalizados, para el emprendimiento real "capture.tuc" (Yerba Buena, Tucumán).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navega el catálogo, ve el detalle de cada fotolibro (tamaño, tapa, hojas), arma un carrito, modifica cantidades y puede agregar hojas extra pagando un costo adicional.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de gestión permite crear, editar, eliminar y activar/desactivar productos, con actualización en tiempo real del catálogo público vía WebSockets.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que resuelve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negocio gestiona pedidos y catálogo "a mano" (WhatsApp, Instagram, Excel): no hay un lugar único donde el cliente vea precios, stock y características actualizadas.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centraliza el catálogo real (tamaños, tapas, precios, stock) en una base de datos, con una vista pública siempre actualizada.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cargar/editar productos sin tocar código, desde un panel simple.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cliente: ver disponibilidad real (stock) y armar su pedido con hojas extra sin tener que preguntar por privado.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objetivo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finales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que quieren imprimir sus recuerdos (viajes, bodas, cumpleaños, familia) en un fotolibro personalizado — navegan el catálogo público.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del emprendimiento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de CAPTURE TUC: necesita cargar y mantener el catálogo (precio, stock, características) sin depender de un programador.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principales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público con filtros por categoría/disponibilidad, orden por precio y paginación real.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producto con características (tamaño, tapa, hojas) y opción de agregar hojas extra con recálculo de precio en vivo.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Carrito: agregar, modificar cantidad, eliminar producto puntual y vaciar — con validación de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(CRUD completo de productos) con actualización en tiempo real del catálogo vía Socket.io.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intercambiable: MongoDB Atlas o FileSystem, sin cambiar una línea de código (solo una variable de entorno).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(fuera de la consigna técnica): opción de pago Transferencia/Efectivo en el carrito, con los datos bancarios reales del negocio.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del desarrollo técnico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del proyecto, archivo por archivo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carpetas del proyecto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del árbol de carpetas "src/" abierto en tu editor (VS Code), mostrando config, controllers, services, dao (mongo/filesystem), models, routes, middlewares, sockets, views, public.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el proyecto en VS Code, expandí toda la carpeta src/ en el explorador de archivos, y sacá el screenshot del panel lateral completo.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datos: Product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src/models/Product.js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featuresSchema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size: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cover: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pages: { type: Number, required: true, min: 1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extraPageCost: { type: Number, default: 0, min: 0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_id: false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productSchema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code: { type: String, required: true, unique: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price: { type: Number, required: true, min: 0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status: { type: Boolean, default: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stock: { type: Number, required: true, min: 0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thumbnails: { type: [String], default: []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features: { type: featuresSchema, required: true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timestamps: true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productSchema.index({ category: 1, status: 1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productSchema.index({ price: 1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productSchema.plugin(mongoosePaginate);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es único (unique: true) y funciona como SKU del negocio (ej. "FA-21X15-B").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es un subdocumento: siempre pertenece a un único producto, nunca se consulta solo.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extraPageCost habilita la funcionalidad de "hojas extra" del negocio.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índices: code único, {category,status} para el filtro del catálogo, price para el orden.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datos: Cart (referencia + populate)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src/models/Cart.js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cartProductSchema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product: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mongoose.Schema.Types.ObjectId,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ref: 'Product',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required: true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quantity: { type: Number, required: true, min: 1, default: 1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extraPages: { type: Number, default: 0, min: 0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_id: false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products: { type: [cartProductSchema], default: []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timestamps: true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mongoose.model('Cart', cartSchema);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carrito no copia el producto: guarda una referencia (ObjectId) + ref: "Product".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Así, populate() siempre trae el precio/stock actual, nunca desactualizado.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extraPages guarda cuántas hojas extra eligió el cliente para esa línea del carrito.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DAO + Factory (Mongo / FileSystem intercambiable)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src/dao/factory.js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config = require('../config/env');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persistence =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config.persistence === 'filesystem' ? 'filesystem' : 'mongo';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ProductsDAO =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persistence === 'filesystem'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require('./filesystem/products.dao')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require('./mongo/products.dao');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CartsDAO =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persistence === 'filesystem'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require('./filesystem/carts.dao')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require('./mongo/carts.dao');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console.log(`[DAO] Persistencia activa: ${persistence}`);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{ ProductsDAO, CartsDAO, persistence };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decide UNA sola vez, al arrancar, leyendo PERSISTENCE del .env.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ProductsDAO y CartsDAO exponen la MISMA interfaz sin importar qué hay detrás.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services siempre importan desde factory.js, nunca de mongo/ o filesystem/ directamente.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persistencia = cambiar una variable de entorno, cero cambios de código.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lógica de negocio (stock, hojas extra)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src/services/carts.service.js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addProduct(cartId, productId, quantity = 1, extraPages = 0)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validateQuantity(quantity);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validateExtraPages(extraPages);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this.getCart(cartId);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product = await ProductsDAO.getById(productId);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(!product)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ApiError(404, `No se encontró el álbum ${productId}`);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(product.stock &lt; quantity)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ApiError(400,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`Stock insuficiente (disponible: ${product.stock})`);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(extraPages &gt; 0 &amp;&amp; !(product.features.extraPageCost &gt; 0))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ApiError(400,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`"${product.title}" no ofrece hojas extra`);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CartsDAO.addProduct(cartId, productId, quantity, extraPages);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service es el único lugar con reglas de negocio: nunca en el controller.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stock disponible antes de agregar al carrito.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que el producto realmente ofrezca hojas extra antes de aceptarlas.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tipados (ApiError) que el middleware central convierte en HTTP 400/404.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MongoDB Atlas (arranque seguro)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src/config/db.js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connectMongo()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(!config.mongoUri)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Error(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'MONGO_URI no está definida. Completá el .env.'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mongoose.connect(config.mongoUri,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dbName: config.dbName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console.log(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`[MongoDB] Conectado a "${config.dbName}"`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(error)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console.error('[MongoDB] Error al conectar:');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console.error(error.message);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error;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hardcodea la URI: viene de .env, ignorado por git.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MONGO_URI falta o es inválida, el error es claro (no un stack críptico).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server.js espera esta conexión ANTES de levantar el puerto HTTP.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Mongo falla, el proceso corta (process.exit(1)) en vez de quedar "a medias".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del backend y arquitectura en capas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en capas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→ controllers → services → dao (factory) → models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routes/: define URL + método HTTP. No contiene lógica.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controllers/: traduce HTTP (req/res) a llamadas de service; arma status codes y emite eventos de socket.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services/: lógica de negocio pura — validaciones, armado de filtros/paginación, reglas de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dao/: acceso a datos puro. La factory elige Mongo o FileSystem según PERSISTENCE.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models/: esquemas Mongoose (Product, Cart).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1E7D6"/>
          </a:solidFill>
          <a:ln w="12700">
            <a:solidFill>
              <a:srgbClr val="C6A3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5989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tiene una única responsabilidad: fácil de testear, de explicar y de modificar sin romper el resto.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por carpeta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Carpeta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 .env (env.js) y conecta a MongoDB (db.js)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Esquemas Mongoose: Product, Cart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dao/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 datos puro (mongo/ y filesystem/) + factory.js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Lógica de negocio: validaciones, paginación, 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Traduce HTTP a llamadas de service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 URL + método → controller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logger, errorHandler, notFound, validators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 de Socket.io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views/ + public/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Vistas Handlebars + CSS/JS del cliente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funcionalidades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probados con Postman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de productos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paginada (limit, page, sort, query)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 por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 un fotolibro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Actualiza (parcial). El _id nunca cambia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fotolibro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Colección completa en postman/CAPTURE-TUC.postman_collection.json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de carritos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 carrito vacío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Trae el carrito con populate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 producto (quantity, extraPages)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producto puntual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Reemplaza todos los productos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 solo la cantidad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Vacía el carrito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— Crear producto (POST /api/products)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Postman mostrando el body enviado (JSON) y la respuesta con status 201 Created y el producto creado (con su _id generado por Mongo).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la colección de Postman (postman/CAPTURE-TUC.postman_collection.json), corré "Crear producto" y capturá pantalla completa (Body + Response).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— Agregar producto al carrito (dos veces)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capturas (o una combinada): primer POST agrega el producto con quantity=1, segundo POST del MISMO producto muestra que la cantidad se incrementó a 2 en vez de duplicar la línea.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en Postman, corré "Agregar producto al carrito" dos veces seguidas con el mismo {{cartId}} y {{productId}}, y capturá ambas respuestas.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de datos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y FileSystem intercambiable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Persistencia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— conexión y colecciones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capturas: (1) la consola tras "npm run dev" mostrando "[MongoDB] Conectado correctamente..."; (2) MongoDB Atlas → Browse Collections → base "ecommerce" con las colecciones products y carts pobladas.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corré npm run dev y capturá la consola; después entrá a cloud.mongodb.com → tu cluster → Browse Collections.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Persistencia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FileSystem: la alternativa sin base de datos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PERSISTENCE=filesystem en .env activa un DAO que guarda en data/products.json y data/carts.json.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IDs con el mismo formato que Mongo (mongoose.Types.ObjectId) para que el resto del código no note la diferencia.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paginación, populate manual (join con products.json) y las mismas validaciones que el modo Mongo.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como plan B para seguir demostrando el proyecto si no hay conexión a internet disponible.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1E7D6"/>
          </a:solidFill>
          <a:ln w="12700">
            <a:solidFill>
              <a:srgbClr val="C6A3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5989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probó manualmente el CRUD completo y el carrito en modo FileSystem antes de dar el proyecto por terminado.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clave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completo, carritos y casos relevantes del negocio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productos — evidencia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de punta a punta: crear → leer → actualizar (precio/stock) → eliminar, contra MongoDB Atlas real.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_id nunca se puede modificar: el DAO lo descarta explícitamente del body, aunque venga en el PUT.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dobles: a nivel Mongoose (required, min) y a nivel service (mensajes de error claros para el cliente).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claro si el producto no existe; 400 claro si faltan campos requeridos.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carritos — casos relevantes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el mismo producto dos veces incrementa la cantidad (no duplica la línea).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con distinta cantidad de hojas extra actualiza esa línea (mantiene :pid como identificador único, tal como pide la consigna).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agregar hojas extra a un producto que no las ofrece (400 con mensaje claro).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agregar más cantidad de la que hay en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cada línea se recalcula: (precio base + hojas extra × costo por hoja) × cantidad.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Paginación, filtros y orden — funcionando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/products en el navegador mostrando los controles de filtro por categoría, orden por precio y la paginación (página 1 de N, botón Siguiente) con productos reales.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http://localhost:8080/products, probá los filtros y capturá pantalla con resultados visibles.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con Socket.io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Tiempo real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y escuchar el evento products:updated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products.controller.js  +  public/js/catalog.js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src/controllers/products.controller.js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emitProductsUpdated(req)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io = req.app.get('io');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(io) io.emit('products:updated');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 llama tras crear/editar/eliminar un producto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src/public/js/catalog.js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document.addEventListener('DOMContentLoaded', () =&gt;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socket = io();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socket.on('products:updated', refreshCatalog);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refreshCatalog()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response = await fetch(`/api/products?${params}`);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data = await response.json();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grid.innerHTML = data.payload.map(buildProductCard).join('');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Servidor: cada POST/PUT/DELETE de producto dispara io.emit(...).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en /products: escucha el evento y vuelve a pedir el catálogo.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Redibuja la grilla sin que el usuario recargue la página manualmente.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extremo a extremo: un cliente socket recibió el evento en &lt;1s.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Tiempo real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en acción (antes / después)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ventanas del navegador lado a lado: una en /admin editando el precio o el stock de un fotolibro, la otra en /products mostrando cómo el catálogo se actualiza solo, sin recargar la página.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dos ventanas del navegador (o dos pestañas), una con /admin y otra con /products. Cambiá algo en /admin y capturá el "antes" y el "después" en /products.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 funcionamiento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y video del sistema completo en uso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y Catálogo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la home (/) con la sección de álbumes destacados y contacto, y del catálogo (/products) con productos reales, filtros e imágenes.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http://localhost:8080/ y http://localhost:8080/products en el navegador y capturá pantalla completa de cada una.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producto y Carrito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del detalle de un fotolibro (/products/:pid) mostrando el selector de hojas extra con el precio actualizándose, y del carrito (/carts/:cid) con productos, cantidades y subtotales.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entrá al detalle de un álbum con costo de hoja extra cargado, cambiá la cantidad de hojas extra y capturá cómo cambia el total. Después agregalo al carrito y capturá /carts/:cid.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07238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30723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 — extra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pago (Transferencia / Efectivo)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del carrito con el panel de "Finalizar compra" desplegado, mostrando Transferencia seleccionada: Alias, CVU, Nombre y el Monto real de esa compra.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en /carts/:cid con productos cargados, hacé clic en "Finalizar compra", elegí "Transferencia" y capturá el panel con los datos bancarios y el monto. (Función extra, no pedida por la consigna técnica — se agregó para el negocio real.)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de productos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/admin completo: el formulario de creación, el listado de fotolibros cargados y un formulario de edición desplegado.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http://localhost:8080/admin directamente por URL (no tiene link en el menú público a propósito) y capturá el formulario y el listado.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75888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3675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 — obligatorio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 o video: recorrido completo del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corta (GIF o video, 1-3 min) mostrando el flujo completo: home → catálogo → detalle con hojas extra → agregar al carrito → ver carrito → panel admin editando un producto → catálogo actualizándose solo por WebSockets.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grabarlo: usá la grabadora de pantalla de Windows (Win+Alt+R) o una herramienta como ScreenToGif. Subilo a Drive/YouTube (no listado) y pegá el link o insertalo directamente en esta diapositiva.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— no evaluado automáticamente, respaldo del desarrollo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Repositorio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BF6EC"/>
          </a:solidFill>
          <a:ln w="1270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 completo, historial de commits y respaldo del desarrollo:</a:t>
            </a:r>
            <a:endParaRPr lang="en-US" sz="15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914400" y="25146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u="sng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github.com/lucianagarciagalo894-dot/Capturetuc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evaluado directamente por la herramienta automática de corrección, pero debe existir como respaldo del desarrollo (según la consigna).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público, publicado con GitHub Desktop.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todo el código: backend, vistas, modelos, DAO, middlewares, Postman y esta misma presentación.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Dificultades, soluciones y mejoras futuras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56362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563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encontradas y soluciones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MongoDB Atlas fallaba con "querySrv ECONNREFUSED".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DNS local de la red (127.0.0.1) no resolvía los registros SRV que usa mongodb+srv://. Se solucionó apuntando la resolución DNS del proceso de Node a un servidor público (8.8.8.8), sin tocar la red del sistema ni la cadena de conexión (src/config/db.js).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Simplificar el modelo sin perder de vista la consigna académica.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 real no usaba "acabado", "orientación" ni "material". Se sacaron a pedido del negocio; "código" (SKU) se reincorporó después porque la versión final de la consigna volvió a exigirlo — documentado en el README para la defensa oral.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el contrato de la API al agregar "hojas extra".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decidió que cada producto ocupe una sola línea por carrito, para no romper el contrato de DELETE/PUT /api/carts/:cid/products/:pid (identifican la línea solo por :pid).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guardado en el navegador (localStorage) que dejaba de existir en el servidor.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limpiar datos de prueba, el ID de carrito cacheado en el navegador quedaba "vivo" en el cliente pero "muerto" en la base — el link "Mi carrito" rompía. Se corrigió validando el ID contra el servidor antes de usarlo, y descartándolo automáticamente si ya no existe.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56362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563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futuras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real para el panel de gestión (hoy es una ruta sin link público, pero sin login).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 imágenes en vez de URLs de texto para los thumbnails.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real: convertir el carrito en un pedido con estado (pendiente, confirmado, entregado).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automatizados (unitarios sobre services, end-to-end sobre las rutas).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texto libre en título/descripción con índice de texto de MongoDB.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24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6868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Preguntas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CAPTURE TUC - Proyecto final Backend</dc:title>
  <dc:subject>PptxGenJS Presentation</dc:subject>
  <dc:creator>CAPTURE TUC</dc:creator>
  <cp:lastModifiedBy>CAPTURE TUC</cp:lastModifiedBy>
  <cp:revision>1</cp:revision>
  <dcterms:created xsi:type="dcterms:W3CDTF">2026-08-08T21:40:11Z</dcterms:created>
  <dcterms:modified xsi:type="dcterms:W3CDTF">2026-08-08T21:40:11Z</dcterms:modified>
</cp:coreProperties>
</file>