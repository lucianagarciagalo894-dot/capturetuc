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7" r:id="rId31"/>
    <p:sldId id="288" r:id="rId32"/>
    <p:sldId id="289" r:id="rId33"/>
    <p:sldId id="292" r:id="rId34"/>
    <p:sldId id="293" r:id="rId35"/>
    <p:sldId id="294" r:id="rId36"/>
    <p:sldId id="295" r:id="rId37"/>
    <p:sldId id="296" r:id="rId38"/>
    <p:sldId id="297" r:id="rId39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88FDD2-97DE-F9C4-978E-3D2AAF19FE93}" v="118" dt="2026-08-07T23:19:17.0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iana Garcia Galo" userId="1a0512a7e23b1693" providerId="Windows Live" clId="Web-{9288FDD2-97DE-F9C4-978E-3D2AAF19FE93}"/>
    <pc:docChg chg="delSld modSld">
      <pc:chgData name="Luciana Garcia Galo" userId="1a0512a7e23b1693" providerId="Windows Live" clId="Web-{9288FDD2-97DE-F9C4-978E-3D2AAF19FE93}" dt="2026-08-07T23:19:17.086" v="117" actId="14100"/>
      <pc:docMkLst>
        <pc:docMk/>
      </pc:docMkLst>
      <pc:sldChg chg="addSp modSp">
        <pc:chgData name="Luciana Garcia Galo" userId="1a0512a7e23b1693" providerId="Windows Live" clId="Web-{9288FDD2-97DE-F9C4-978E-3D2AAF19FE93}" dt="2026-08-07T23:19:17.086" v="117" actId="14100"/>
        <pc:sldMkLst>
          <pc:docMk/>
          <pc:sldMk cId="0" sldId="256"/>
        </pc:sldMkLst>
        <pc:spChg chg="mod">
          <ac:chgData name="Luciana Garcia Galo" userId="1a0512a7e23b1693" providerId="Windows Live" clId="Web-{9288FDD2-97DE-F9C4-978E-3D2AAF19FE93}" dt="2026-08-07T22:56:51.589" v="36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2:56:41.761" v="35" actId="20577"/>
          <ac:spMkLst>
            <pc:docMk/>
            <pc:sldMk cId="0" sldId="256"/>
            <ac:spMk id="6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19:17.086" v="117" actId="14100"/>
          <ac:picMkLst>
            <pc:docMk/>
            <pc:sldMk cId="0" sldId="256"/>
            <ac:picMk id="8" creationId="{46429DD0-F67C-7B43-E810-9F8BC86C54B0}"/>
          </ac:picMkLst>
        </pc:picChg>
      </pc:sldChg>
      <pc:sldChg chg="addSp modSp">
        <pc:chgData name="Luciana Garcia Galo" userId="1a0512a7e23b1693" providerId="Windows Live" clId="Web-{9288FDD2-97DE-F9C4-978E-3D2AAF19FE93}" dt="2026-08-07T23:00:06.976" v="53" actId="14100"/>
        <pc:sldMkLst>
          <pc:docMk/>
          <pc:sldMk cId="0" sldId="263"/>
        </pc:sldMkLst>
        <pc:spChg chg="mod">
          <ac:chgData name="Luciana Garcia Galo" userId="1a0512a7e23b1693" providerId="Windows Live" clId="Web-{9288FDD2-97DE-F9C4-978E-3D2AAF19FE93}" dt="2026-08-07T22:59:56.788" v="51" actId="14100"/>
          <ac:spMkLst>
            <pc:docMk/>
            <pc:sldMk cId="0" sldId="263"/>
            <ac:spMk id="5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2:58:30.205" v="37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2:58:38.533" v="39" actId="20577"/>
          <ac:spMkLst>
            <pc:docMk/>
            <pc:sldMk cId="0" sldId="263"/>
            <ac:spMk id="7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2:58:46.784" v="40" actId="20577"/>
          <ac:spMkLst>
            <pc:docMk/>
            <pc:sldMk cId="0" sldId="263"/>
            <ac:spMk id="8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00:06.976" v="53" actId="14100"/>
          <ac:picMkLst>
            <pc:docMk/>
            <pc:sldMk cId="0" sldId="263"/>
            <ac:picMk id="10" creationId="{704B0907-DB29-BB28-B8E9-748BE22CB2EB}"/>
          </ac:picMkLst>
        </pc:picChg>
      </pc:sldChg>
      <pc:sldChg chg="addSp modSp">
        <pc:chgData name="Luciana Garcia Galo" userId="1a0512a7e23b1693" providerId="Windows Live" clId="Web-{9288FDD2-97DE-F9C4-978E-3D2AAF19FE93}" dt="2026-08-07T23:03:01.639" v="63" actId="1076"/>
        <pc:sldMkLst>
          <pc:docMk/>
          <pc:sldMk cId="0" sldId="275"/>
        </pc:sldMkLst>
        <pc:spChg chg="mod">
          <ac:chgData name="Luciana Garcia Galo" userId="1a0512a7e23b1693" providerId="Windows Live" clId="Web-{9288FDD2-97DE-F9C4-978E-3D2AAF19FE93}" dt="2026-08-07T23:02:23.184" v="58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02:15.434" v="56" actId="20577"/>
          <ac:spMkLst>
            <pc:docMk/>
            <pc:sldMk cId="0" sldId="275"/>
            <ac:spMk id="6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02:07.262" v="54" actId="20577"/>
          <ac:spMkLst>
            <pc:docMk/>
            <pc:sldMk cId="0" sldId="275"/>
            <ac:spMk id="7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02:18.481" v="57" actId="20577"/>
          <ac:spMkLst>
            <pc:docMk/>
            <pc:sldMk cId="0" sldId="275"/>
            <ac:spMk id="8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03:01.639" v="63" actId="1076"/>
          <ac:picMkLst>
            <pc:docMk/>
            <pc:sldMk cId="0" sldId="275"/>
            <ac:picMk id="10" creationId="{6051433D-66D9-5AEE-D590-31F99DDFF73C}"/>
          </ac:picMkLst>
        </pc:picChg>
      </pc:sldChg>
      <pc:sldChg chg="del">
        <pc:chgData name="Luciana Garcia Galo" userId="1a0512a7e23b1693" providerId="Windows Live" clId="Web-{9288FDD2-97DE-F9C4-978E-3D2AAF19FE93}" dt="2026-08-07T23:09:21.618" v="80"/>
        <pc:sldMkLst>
          <pc:docMk/>
          <pc:sldMk cId="0" sldId="276"/>
        </pc:sldMkLst>
      </pc:sldChg>
      <pc:sldChg chg="addSp modSp">
        <pc:chgData name="Luciana Garcia Galo" userId="1a0512a7e23b1693" providerId="Windows Live" clId="Web-{9288FDD2-97DE-F9C4-978E-3D2AAF19FE93}" dt="2026-08-07T23:13:32.600" v="86" actId="1076"/>
        <pc:sldMkLst>
          <pc:docMk/>
          <pc:sldMk cId="0" sldId="278"/>
        </pc:sldMkLst>
        <pc:spChg chg="mod">
          <ac:chgData name="Luciana Garcia Galo" userId="1a0512a7e23b1693" providerId="Windows Live" clId="Web-{9288FDD2-97DE-F9C4-978E-3D2AAF19FE93}" dt="2026-08-07T23:13:20.272" v="84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3:10.397" v="81" actId="20577"/>
          <ac:spMkLst>
            <pc:docMk/>
            <pc:sldMk cId="0" sldId="278"/>
            <ac:spMk id="6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3:12.475" v="82" actId="20577"/>
          <ac:spMkLst>
            <pc:docMk/>
            <pc:sldMk cId="0" sldId="278"/>
            <ac:spMk id="7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3:16.757" v="83" actId="20577"/>
          <ac:spMkLst>
            <pc:docMk/>
            <pc:sldMk cId="0" sldId="278"/>
            <ac:spMk id="8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13:32.600" v="86" actId="1076"/>
          <ac:picMkLst>
            <pc:docMk/>
            <pc:sldMk cId="0" sldId="278"/>
            <ac:picMk id="10" creationId="{2E367243-1E5B-FB0C-8A0A-980375D38115}"/>
          </ac:picMkLst>
        </pc:picChg>
      </pc:sldChg>
      <pc:sldChg chg="addSp modSp">
        <pc:chgData name="Luciana Garcia Galo" userId="1a0512a7e23b1693" providerId="Windows Live" clId="Web-{9288FDD2-97DE-F9C4-978E-3D2AAF19FE93}" dt="2026-08-07T23:15:24.537" v="96" actId="1076"/>
        <pc:sldMkLst>
          <pc:docMk/>
          <pc:sldMk cId="0" sldId="283"/>
        </pc:sldMkLst>
        <pc:spChg chg="mod">
          <ac:chgData name="Luciana Garcia Galo" userId="1a0512a7e23b1693" providerId="Windows Live" clId="Web-{9288FDD2-97DE-F9C4-978E-3D2AAF19FE93}" dt="2026-08-07T23:14:58.506" v="90" actId="14100"/>
          <ac:spMkLst>
            <pc:docMk/>
            <pc:sldMk cId="0" sldId="283"/>
            <ac:spMk id="5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4:46.897" v="87" actId="20577"/>
          <ac:spMkLst>
            <pc:docMk/>
            <pc:sldMk cId="0" sldId="283"/>
            <ac:spMk id="6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4:50.553" v="88" actId="20577"/>
          <ac:spMkLst>
            <pc:docMk/>
            <pc:sldMk cId="0" sldId="283"/>
            <ac:spMk id="7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4:54.819" v="89" actId="20577"/>
          <ac:spMkLst>
            <pc:docMk/>
            <pc:sldMk cId="0" sldId="283"/>
            <ac:spMk id="8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15:24.537" v="96" actId="1076"/>
          <ac:picMkLst>
            <pc:docMk/>
            <pc:sldMk cId="0" sldId="283"/>
            <ac:picMk id="10" creationId="{51C070AB-75B7-82DF-DC51-4A83D600B983}"/>
          </ac:picMkLst>
        </pc:picChg>
      </pc:sldChg>
      <pc:sldChg chg="del">
        <pc:chgData name="Luciana Garcia Galo" userId="1a0512a7e23b1693" providerId="Windows Live" clId="Web-{9288FDD2-97DE-F9C4-978E-3D2AAF19FE93}" dt="2026-08-07T23:15:49.381" v="97"/>
        <pc:sldMkLst>
          <pc:docMk/>
          <pc:sldMk cId="0" sldId="286"/>
        </pc:sldMkLst>
      </pc:sldChg>
      <pc:sldChg chg="addSp modSp">
        <pc:chgData name="Luciana Garcia Galo" userId="1a0512a7e23b1693" providerId="Windows Live" clId="Web-{9288FDD2-97DE-F9C4-978E-3D2AAF19FE93}" dt="2026-08-07T23:17:16.601" v="105" actId="1076"/>
        <pc:sldMkLst>
          <pc:docMk/>
          <pc:sldMk cId="0" sldId="288"/>
        </pc:sldMkLst>
        <pc:spChg chg="mod">
          <ac:chgData name="Luciana Garcia Galo" userId="1a0512a7e23b1693" providerId="Windows Live" clId="Web-{9288FDD2-97DE-F9C4-978E-3D2AAF19FE93}" dt="2026-08-07T23:16:19.678" v="101" actId="14100"/>
          <ac:spMkLst>
            <pc:docMk/>
            <pc:sldMk cId="0" sldId="288"/>
            <ac:spMk id="5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6:04.303" v="98" actId="20577"/>
          <ac:spMkLst>
            <pc:docMk/>
            <pc:sldMk cId="0" sldId="288"/>
            <ac:spMk id="6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6:11.709" v="99" actId="20577"/>
          <ac:spMkLst>
            <pc:docMk/>
            <pc:sldMk cId="0" sldId="288"/>
            <ac:spMk id="7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6:14.772" v="100" actId="20577"/>
          <ac:spMkLst>
            <pc:docMk/>
            <pc:sldMk cId="0" sldId="288"/>
            <ac:spMk id="8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17:16.601" v="105" actId="1076"/>
          <ac:picMkLst>
            <pc:docMk/>
            <pc:sldMk cId="0" sldId="288"/>
            <ac:picMk id="10" creationId="{9BB42781-9DEE-54A1-D98A-31F758B748CF}"/>
          </ac:picMkLst>
        </pc:picChg>
      </pc:sldChg>
      <pc:sldChg chg="addSp modSp">
        <pc:chgData name="Luciana Garcia Galo" userId="1a0512a7e23b1693" providerId="Windows Live" clId="Web-{9288FDD2-97DE-F9C4-978E-3D2AAF19FE93}" dt="2026-08-07T23:18:16.335" v="112" actId="1076"/>
        <pc:sldMkLst>
          <pc:docMk/>
          <pc:sldMk cId="0" sldId="289"/>
        </pc:sldMkLst>
        <pc:spChg chg="mod">
          <ac:chgData name="Luciana Garcia Galo" userId="1a0512a7e23b1693" providerId="Windows Live" clId="Web-{9288FDD2-97DE-F9C4-978E-3D2AAF19FE93}" dt="2026-08-07T23:17:36.960" v="109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7:30.413" v="107" actId="20577"/>
          <ac:spMkLst>
            <pc:docMk/>
            <pc:sldMk cId="0" sldId="289"/>
            <ac:spMk id="6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7:33.882" v="108" actId="20577"/>
          <ac:spMkLst>
            <pc:docMk/>
            <pc:sldMk cId="0" sldId="289"/>
            <ac:spMk id="7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17:25.241" v="106" actId="20577"/>
          <ac:spMkLst>
            <pc:docMk/>
            <pc:sldMk cId="0" sldId="289"/>
            <ac:spMk id="8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18:16.335" v="112" actId="1076"/>
          <ac:picMkLst>
            <pc:docMk/>
            <pc:sldMk cId="0" sldId="289"/>
            <ac:picMk id="10" creationId="{6087A9BD-C1E7-8B59-6B80-6B7E95B47250}"/>
          </ac:picMkLst>
        </pc:picChg>
      </pc:sldChg>
      <pc:sldChg chg="del">
        <pc:chgData name="Luciana Garcia Galo" userId="1a0512a7e23b1693" providerId="Windows Live" clId="Web-{9288FDD2-97DE-F9C4-978E-3D2AAF19FE93}" dt="2026-08-07T23:18:32.133" v="113"/>
        <pc:sldMkLst>
          <pc:docMk/>
          <pc:sldMk cId="0" sldId="290"/>
        </pc:sldMkLst>
      </pc:sldChg>
      <pc:sldChg chg="del">
        <pc:chgData name="Luciana Garcia Galo" userId="1a0512a7e23b1693" providerId="Windows Live" clId="Web-{9288FDD2-97DE-F9C4-978E-3D2AAF19FE93}" dt="2026-08-07T23:18:44.070" v="114"/>
        <pc:sldMkLst>
          <pc:docMk/>
          <pc:sldMk cId="0" sldId="291"/>
        </pc:sldMkLst>
      </pc:sldChg>
      <pc:sldChg chg="addSp modSp">
        <pc:chgData name="Luciana Garcia Galo" userId="1a0512a7e23b1693" providerId="Windows Live" clId="Web-{9288FDD2-97DE-F9C4-978E-3D2AAF19FE93}" dt="2026-08-07T23:19:06.430" v="115" actId="14100"/>
        <pc:sldMkLst>
          <pc:docMk/>
          <pc:sldMk cId="0" sldId="297"/>
        </pc:sldMkLst>
        <pc:spChg chg="mod">
          <ac:chgData name="Luciana Garcia Galo" userId="1a0512a7e23b1693" providerId="Windows Live" clId="Web-{9288FDD2-97DE-F9C4-978E-3D2AAF19FE93}" dt="2026-08-07T23:07:32.975" v="79" actId="20577"/>
          <ac:spMkLst>
            <pc:docMk/>
            <pc:sldMk cId="0" sldId="297"/>
            <ac:spMk id="3" creationId="{00000000-0000-0000-0000-000000000000}"/>
          </ac:spMkLst>
        </pc:spChg>
        <pc:spChg chg="mod">
          <ac:chgData name="Luciana Garcia Galo" userId="1a0512a7e23b1693" providerId="Windows Live" clId="Web-{9288FDD2-97DE-F9C4-978E-3D2AAF19FE93}" dt="2026-08-07T23:07:20.052" v="75" actId="20577"/>
          <ac:spMkLst>
            <pc:docMk/>
            <pc:sldMk cId="0" sldId="297"/>
            <ac:spMk id="4" creationId="{00000000-0000-0000-0000-000000000000}"/>
          </ac:spMkLst>
        </pc:spChg>
        <pc:picChg chg="add mod">
          <ac:chgData name="Luciana Garcia Galo" userId="1a0512a7e23b1693" providerId="Windows Live" clId="Web-{9288FDD2-97DE-F9C4-978E-3D2AAF19FE93}" dt="2026-08-07T23:19:06.430" v="115" actId="14100"/>
          <ac:picMkLst>
            <pc:docMk/>
            <pc:sldMk cId="0" sldId="297"/>
            <ac:picMk id="5" creationId="{FAA0A815-E4C7-1C90-4BAC-D66BC3173F0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6178C8-0763-419F-B60C-FDE01FC533E0}" type="datetimeFigureOut">
              <a:t>07/08/2026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225425" y="1524000"/>
            <a:ext cx="7308850" cy="4113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5865813"/>
            <a:ext cx="5486400" cy="47990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11577638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11577638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D1B21-C98A-4FA1-83EA-43A454DDBA22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8076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241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6A36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68680" y="3703320"/>
            <a:ext cx="10058400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6A369"/>
                </a:solidFill>
                <a:latin typeface="Calibri"/>
                <a:ea typeface="Calibri"/>
                <a:cs typeface="Calibri"/>
              </a:rPr>
              <a:t>E-commerce de </a:t>
            </a:r>
            <a:r>
              <a:rPr lang="en-US" sz="2000" b="1" dirty="0" err="1">
                <a:solidFill>
                  <a:srgbClr val="C6A369"/>
                </a:solidFill>
                <a:latin typeface="Calibri"/>
                <a:ea typeface="Calibri"/>
                <a:cs typeface="Calibri"/>
              </a:rPr>
              <a:t>fotolibros</a:t>
            </a:r>
            <a:r>
              <a:rPr lang="en-US" sz="2000" b="1" dirty="0">
                <a:solidFill>
                  <a:srgbClr val="C6A3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b="1" dirty="0" err="1">
                <a:solidFill>
                  <a:srgbClr val="C6A369"/>
                </a:solidFill>
                <a:latin typeface="Calibri"/>
                <a:ea typeface="Calibri"/>
                <a:cs typeface="Calibri"/>
              </a:rPr>
              <a:t>personalizados</a:t>
            </a:r>
            <a:r>
              <a:rPr lang="en-US" sz="2000" b="1" dirty="0">
                <a:solidFill>
                  <a:srgbClr val="C6A369"/>
                </a:solidFill>
                <a:latin typeface="Calibri"/>
                <a:ea typeface="Calibri"/>
                <a:cs typeface="Calibri"/>
              </a:rPr>
              <a:t> — Proyecto final Backend</a:t>
            </a:r>
            <a:endParaRPr lang="en-US" sz="2000" b="1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b="1" dirty="0" err="1">
                <a:solidFill>
                  <a:srgbClr val="D8CBB8"/>
                </a:solidFill>
                <a:latin typeface="Calibri"/>
                <a:ea typeface="Calibri"/>
                <a:cs typeface="Calibri"/>
              </a:rPr>
              <a:t>CoderHouse</a:t>
            </a:r>
            <a:r>
              <a:rPr lang="en-US" b="1" dirty="0">
                <a:solidFill>
                  <a:srgbClr val="D8CBB8"/>
                </a:solidFill>
                <a:latin typeface="Calibri"/>
                <a:ea typeface="Calibri"/>
                <a:cs typeface="Calibri"/>
              </a:rPr>
              <a:t> · Luciana Garcia Galo · 07/08/2026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6429DD0-F67C-7B43-E810-9F8BC86C54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8496" y="492254"/>
            <a:ext cx="2876520" cy="29311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· Problema · Público · Funcionalidades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CAPTURE TUC?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especializado en la venta de fotolibros (álbumes de fotos) personalizados, para el emprendimiento real "capture.tuc" (Yerba Buena, Tucumán).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navega el catálogo, ve el detalle de cada fotolibro (tamaño, tapa, hojas), arma un carrito, modifica cantidades y puede agregar hojas extra pagando un costo adicional.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de gestión permite crear, editar, eliminar y activar/desactivar productos, con actualización en tiempo real del catálogo público vía WebSockets.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que resuelve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negocio gestiona pedidos y catálogo "a mano" (WhatsApp, Instagram, Excel): no hay un lugar único donde el cliente vea precios, stock y características actualizadas.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centraliza el catálogo real (tamaños, tapas, precios, stock) en una base de datos, con una vista pública siempre actualizada.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cargar/editar productos sin tocar código, desde un panel simple.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cliente: ver disponibilidad real (stock) y armar su pedido con hojas extra sin tener que preguntar por privado.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objetivo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finales</a:t>
            </a:r>
            <a:endParaRPr lang="en-US" sz="1700" dirty="0"/>
          </a:p>
          <a:p>
            <a:pPr marL="0" lvl="1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que quieren imprimir sus recuerdos (viajes, bodas, cumpleaños, familia) en un fotolibro personalizado — navegan el catálogo público.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del emprendimiento</a:t>
            </a:r>
            <a:endParaRPr lang="en-US" sz="1700" dirty="0"/>
          </a:p>
          <a:p>
            <a:pPr marL="0" lvl="1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de CAPTURE TUC: necesita cargar y mantener el catálogo (precio, stock, características) sin depender de un programador.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principales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público con filtros por categoría/disponibilidad, orden por precio y paginación real.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producto con características (tamaño, tapa, hojas) y opción de agregar hojas extra con recálculo de precio en vivo.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Carrito: agregar, modificar cantidad, eliminar producto puntual y vaciar — con validación de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(CRUD completo de productos) con actualización en tiempo real del catálogo vía Socket.io.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intercambiable: MongoDB Atlas o FileSystem, sin cambiar una línea de código (solo una variable de entorno).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del desarrollo técnico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del proyecto, archivo por archivo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carpetas del proyecto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764425" y="190563"/>
            <a:ext cx="4997812" cy="6490971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400" b="1" dirty="0">
              <a:solidFill>
                <a:srgbClr val="8B4513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ctr">
              <a:buNone/>
            </a:pPr>
            <a:endParaRPr lang="en-US" sz="1500" i="1" dirty="0">
              <a:solidFill>
                <a:srgbClr val="2B211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endParaRPr lang="en-US" sz="1250" dirty="0">
              <a:solidFill>
                <a:srgbClr val="7A6A57"/>
              </a:solidFill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704B0907-DB29-BB28-B8E9-748BE22CB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113" y="413940"/>
            <a:ext cx="4666918" cy="60413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datos: Product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src/models/Product.js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featuresSchema = new mongoose.Schema({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size: { type: String, required: true, trim: true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cover: { type: String, required: true, trim: true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pages: { type: Number, required: true, min: 1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extraPageCost: { type: Number, default: 0, min: 0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_id: false 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productSchema = new mongoose.Schema({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{ type: String, required: true, trim: true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description: { type: String, required: true, trim: true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price: { type: Number, required: true, min: 0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status: { type: Boolean, default: true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stock: { type: Number, required: true, min: 0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category: { type: String, required: true, trim: true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thumbnails: { type: [String], default: []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features: { type: featuresSchema, required: true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timestamps: true 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productSchema.index({ category: 1, status: 1 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productSchema.index({ price: 1 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productSchema.plugin(mongoosePaginate);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es un subdocumento: siempre pertenece a un único producto, nunca se consulta solo.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extraPageCost habilita la funcionalidad de "hojas extra" del negocio.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índices: {category,status} para el filtro del catálogo, price para el orden.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mongoose-paginate-v2 agrega paginación real con una sola línea (plugin).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datos: Cart (referencia + populate)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src/models/Cart.js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cartProductSchema = new mongoose.Schema({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product: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mongoose.Schema.Types.ObjectId,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ref: 'Product',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required: true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quantity: { type: Number, required: true, min: 1, default: 1 },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extraPages: { type: Number, default: 0, min: 0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_id: false 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cartSchema = new mongoose.Schema({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products: { type: [cartProductSchema], default: []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timestamps: true 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mongoose.model('Cart', cartSchema);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carrito no copia el producto: guarda una referencia (ObjectId) + ref: "Product".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Así, populate() siempre trae el precio/stock actual, nunca desactualizado.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extraPages guarda cuántas hojas extra eligió el cliente para esa línea del carrito.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DAO + Factory (Mongo / FileSystem intercambiable)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src/dao/factory.js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config = require('../config/env');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persistence =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config.persistence === 'filesystem' ? 'filesystem' : 'mongo';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ProductsDAO =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persistence === 'filesystem'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require('./filesystem/products.dao')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require('./mongo/products.dao');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CartsDAO =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persistence === 'filesystem'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require('./filesystem/carts.dao')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require('./mongo/carts.dao');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console.log(`[DAO] Persistencia activa: ${persistence}`);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{ ProductsDAO, CartsDAO, persistence };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decide UNA sola vez, al arrancar, leyendo PERSISTENCE del .env.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ProductsDAO y CartsDAO exponen la MISMA interfaz sin importar qué hay detrás.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services siempre importan desde factory.js, nunca de mongo/ o filesystem/ directamente.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persistencia = cambiar una variable de entorno, cero cambios de código.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lógica de negocio (stock, hojas extra)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src/services/carts.service.js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addProduct(cartId, productId, quantity = 1, extraPages = 0)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validateQuantity(quantity);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validateExtraPages(extraPages);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this.getCart(cartId);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product = await ProductsDAO.getById(productId);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(!product)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ApiError(404, `No se encontró el álbum ${productId}`);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(product.stock &lt; quantity)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ApiError(400,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`Stock insuficiente (disponible: ${product.stock})`);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(extraPages &gt; 0 &amp;&amp; !(product.features.extraPageCost &gt; 0))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ApiError(400,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`"${product.title}" no ofrece hojas extra`);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CartsDAO.addProduct(cartId, productId, quantity, extraPages);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service es el único lugar con reglas de negocio: nunca en el controller.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stock disponible antes de agregar al carrito.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que el producto realmente ofrezca hojas extra antes de aceptarlas.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tipados (ApiError) que el middleware central convierte en HTTP 400/404.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MongoDB Atlas (arranque seguro)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src/config/db.js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connectMongo()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(!config.mongoUri)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Error(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'MONGO_URI no está definida. Completá el .env.'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mongoose.connect(config.mongoUri,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dbName: config.dbName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console.log(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`[MongoDB] Conectado a "${config.dbName}"`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(error)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console.error('[MongoDB] Error al conectar:');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console.error(error.message);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error;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hardcodea la URI: viene de .env, ignorado por git.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MONGO_URI falta o es inválida, el error es claro (no un stack críptico).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server.js espera esta conexión ANTES de levantar el puerto HTTP.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Mongo falla, el proceso corta (process.exit(1)) en vez de quedar "a medias".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del backend y arquitectura en capas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en capas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→ controllers → services → dao (factory) → models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routes/: define URL + método HTTP. No contiene lógica.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controllers/: traduce HTTP (req/res) a llamadas de service; arma status codes y emite eventos de socket.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services/: lógica de negocio pura — validaciones, armado de filtros/paginación, reglas de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dao/: acceso a datos puro. La factory elige Mongo o FileSystem según PERSISTENCE.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models/: esquemas Mongoose (Product, Cart).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1E7D6"/>
          </a:solidFill>
          <a:ln w="12700">
            <a:solidFill>
              <a:srgbClr val="C6A3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5989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tiene una única responsabilidad: fácil de testear, de explicar y de modificar sin romper el resto.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por carpeta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827020"/>
        </p:xfrm>
        <a:graphic>
          <a:graphicData uri="http://schemas.openxmlformats.org/drawingml/2006/table">
            <a:tbl>
              <a:tblPr/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Carpeta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 .env (env.js) y conecta a MongoDB (db.js)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Esquemas Mongoose: Product, Cart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dao/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 datos puro (mongo/ y filesystem/) + factory.js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Lógica de negocio: validaciones, paginación, 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Traduce HTTP a llamadas de service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 URL + método → controller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logger, errorHandler, notFound, validators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 de Socket.io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views/ + public/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Vistas Handlebars + CSS/JS del cliente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funcionalidades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probados con Postman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de productos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1699260"/>
        </p:xfrm>
        <a:graphic>
          <a:graphicData uri="http://schemas.openxmlformats.org/drawingml/2006/table">
            <a:tbl>
              <a:tblPr/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paginada (limit, page, sort, query)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 por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 un fotolibro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Actualiza (parcial). El _id nunca cambia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fotolibro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Colección completa en postman/CAPTURE-TUC.postman_collection.json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de carritos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263140"/>
        </p:xfrm>
        <a:graphic>
          <a:graphicData uri="http://schemas.openxmlformats.org/drawingml/2006/table">
            <a:tbl>
              <a:tblPr/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 carrito vacío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Trae el carrito con populate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 producto (quantity, extraPages)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producto puntual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Reemplaza todos los productos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 solo la cantidad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Vacía el carrito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— Crear producto (POST /api/products)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26988" y="1600200"/>
            <a:ext cx="10985892" cy="4846394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400" b="1" dirty="0">
              <a:solidFill>
                <a:srgbClr val="8B451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ctr">
              <a:buNone/>
            </a:pPr>
            <a:endParaRPr lang="en-US" sz="1500" i="1" dirty="0">
              <a:solidFill>
                <a:srgbClr val="2B2118"/>
              </a:solidFill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endParaRPr lang="en-US" sz="1250" dirty="0">
              <a:solidFill>
                <a:srgbClr val="7A6A57"/>
              </a:solidFill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051433D-66D9-5AEE-D590-31F99DDFF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858" y="1599826"/>
            <a:ext cx="8721898" cy="484423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de datos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y FileSystem intercambiable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Persistencia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— conexión y colecciones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26988" y="1600200"/>
            <a:ext cx="10985892" cy="4846394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400" b="1" dirty="0">
              <a:solidFill>
                <a:srgbClr val="8B4513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ctr">
              <a:buNone/>
            </a:pPr>
            <a:endParaRPr lang="en-US" sz="1500" i="1" dirty="0">
              <a:solidFill>
                <a:srgbClr val="2B2118"/>
              </a:solidFill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endParaRPr lang="en-US" sz="1250" dirty="0">
              <a:solidFill>
                <a:srgbClr val="7A6A57"/>
              </a:solidFill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E367243-1E5B-FB0C-8A0A-980375D38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960" y="2372540"/>
            <a:ext cx="7213696" cy="28289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Persistencia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FileSystem: la alternativa sin base de datos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PERSISTENCE=filesystem en .env activa un DAO que guarda en data/products.json y data/carts.json.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IDs con el mismo formato que Mongo (mongoose.Types.ObjectId) para que el resto del código no note la diferencia.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paginación, populate manual (join con products.json) y las mismas validaciones que el modo Mongo.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como plan B para seguir demostrando el proyecto si no hay conexión a internet disponible.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1E7D6"/>
          </a:solidFill>
          <a:ln w="12700">
            <a:solidFill>
              <a:srgbClr val="C6A3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5989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probó manualmente el CRUD completo y el carrito en modo FileSystem antes de dar el proyecto por terminado.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clave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completo, carritos y casos relevantes del negocio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productos — evidencia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de punta a punta: crear → leer → actualizar (precio/stock) → eliminar, contra MongoDB Atlas real.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_id nunca se puede modificar: el DAO lo descarta explícitamente del body, aunque venga en el PUT.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dobles: a nivel Mongoose (required, min) y a nivel service (mensajes de error claros para el cliente).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claro si el producto no existe; 400 claro si faltan campos requeridos.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carritos — casos relevantes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el mismo producto dos veces incrementa la cantidad (no duplica la línea).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con distinta cantidad de hojas extra actualiza esa línea (mantiene :pid como identificador único, tal como pide la consigna).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agregar hojas extra a un producto que no las ofrece (400 con mensaje claro).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agregar más cantidad de la que hay en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cada línea se recalcula: (precio base + hojas extra × costo por hoja) × cantidad.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Paginación, filtros y orden — funcionando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26988" y="1600200"/>
            <a:ext cx="10985892" cy="4846394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400" b="1" dirty="0">
              <a:solidFill>
                <a:srgbClr val="8B4513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ctr">
              <a:buNone/>
            </a:pPr>
            <a:endParaRPr lang="en-US" sz="1500" i="1" dirty="0">
              <a:solidFill>
                <a:srgbClr val="2B2118"/>
              </a:solidFill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endParaRPr lang="en-US" sz="1250" dirty="0">
              <a:solidFill>
                <a:srgbClr val="7A6A57"/>
              </a:solidFill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1C070AB-75B7-82DF-DC51-4A83D600B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543" y="1666862"/>
            <a:ext cx="9624879" cy="471016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con Socket.io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Tiempo real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y escuchar el evento products:updated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products.controller.js  +  public/js/catalog.js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src/controllers/products.controller.js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emitProductsUpdated(req)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io = req.app.get('io');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(io) io.emit('products:updated');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 llama tras crear/editar/eliminar un producto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src/public/js/catalog.js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document.addEventListener('DOMContentLoaded', () =&gt;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socket = io();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socket.on('products:updated', refreshCatalog);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refreshCatalog()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response = await fetch(`/api/products?${params}`);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data = await response.json();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grid.innerHTML = data.payload.map(buildProductCard).join('');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Servidor: cada POST/PUT/DELETE de producto dispara io.emit(...).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en /products: escucha el evento y vuelve a pedir el catálogo.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Redibuja la grilla sin que el usuario recargue la página manualmente.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extremo a extremo: un cliente socket recibió el evento en &lt;1s.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 funcionamiento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y video del sistema completo en uso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y Catálogo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26988" y="1600200"/>
            <a:ext cx="10985892" cy="4868769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400" b="1" dirty="0">
              <a:solidFill>
                <a:srgbClr val="8B4513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ctr">
              <a:buNone/>
            </a:pPr>
            <a:endParaRPr lang="en-US" sz="1500" i="1" dirty="0">
              <a:solidFill>
                <a:srgbClr val="2B2118"/>
              </a:solidFill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endParaRPr lang="en-US" sz="1250" dirty="0">
              <a:solidFill>
                <a:srgbClr val="7A6A57"/>
              </a:solidFill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BB42781-9DEE-54A1-D98A-31F758B74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921" y="1966380"/>
            <a:ext cx="7722123" cy="414468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producto y Carrito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26988" y="1600200"/>
            <a:ext cx="10985892" cy="4846394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2400" b="1" dirty="0">
              <a:solidFill>
                <a:srgbClr val="8B4513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ctr">
              <a:buNone/>
            </a:pPr>
            <a:endParaRPr lang="en-US" sz="1500" i="1" dirty="0">
              <a:solidFill>
                <a:srgbClr val="2B2118"/>
              </a:solidFill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endParaRPr lang="en-US" sz="1250" dirty="0">
              <a:solidFill>
                <a:srgbClr val="7A6A57"/>
              </a:solidFill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087A9BD-C1E7-8B59-6B80-6B7E95B47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423" y="1935266"/>
            <a:ext cx="9647264" cy="406147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— no evaluado automáticamente, respaldo del desarrollo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Repositorio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al repositorio completo:</a:t>
            </a:r>
            <a:endParaRPr lang="en-US" sz="1500" dirty="0"/>
          </a:p>
          <a:p>
            <a:pPr marL="0" indent="0" algn="ctr">
              <a:buNone/>
            </a:pPr>
            <a:endParaRPr lang="en-US" sz="1500" dirty="0"/>
          </a:p>
          <a:p>
            <a:pPr marL="0" indent="0" algn="ctr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https://github.com/________/capture-tuc</a:t>
            </a:r>
            <a:endParaRPr lang="en-US" sz="1500" dirty="0"/>
          </a:p>
          <a:p>
            <a:pPr marL="0" indent="0" algn="ctr">
              <a:buNone/>
            </a:pPr>
            <a:endParaRPr lang="en-US" sz="1500" dirty="0"/>
          </a:p>
          <a:p>
            <a:pPr marL="0" indent="0" algn="ctr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(pegalo acá una vez que lo subas con GitHub Desktop)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 local ya está inicializado y tiene el primer commit listo. Usá GitHub Desktop (ya lo tenés instalado) para publicarlo: "Publish repository" → elegí público o privado → listo.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Dificultades, soluciones y mejoras futuras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56362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563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encontradas y soluciones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MongoDB Atlas fallaba con "querySrv ECONNREFUSED".</a:t>
            </a:r>
            <a:endParaRPr lang="en-US" sz="1700" dirty="0"/>
          </a:p>
          <a:p>
            <a:pPr marL="0" lvl="1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DNS local de la red (127.0.0.1) no resolvía los registros SRV que usa mongodb+srv://. Se solucionó apuntando la resolución DNS del proceso de Node a un servidor público (8.8.8.8), sin tocar la red del sistema ni la cadena de conexión (src/config/db.js).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Simplificar el modelo sin perder de vista la consigna académica.</a:t>
            </a:r>
            <a:endParaRPr lang="en-US" sz="1700" dirty="0"/>
          </a:p>
          <a:p>
            <a:pPr marL="0" lvl="1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 real no usaba campos como "código" o "material". Se simplificó el modelo a pedido del negocio, documentando en el README la diferencia con la consigna original para la defensa oral.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el contrato de la API al agregar "hojas extra".</a:t>
            </a:r>
            <a:endParaRPr lang="en-US" sz="1700" dirty="0"/>
          </a:p>
          <a:p>
            <a:pPr marL="0" lvl="1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decidió que cada producto ocupe una sola línea por carrito, para no romper el contrato de DELETE/PUT /api/carts/:cid/products/:pid (identifican la línea solo por :pid).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56362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563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futuras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real para el panel de gestión (hoy es una ruta sin link público, pero sin login).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 imágenes en vez de URLs de texto para los thumbnails.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real: convertir el carrito en un pedido con estado (pendiente, confirmado, entregado).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automatizados (unitarios sobre services, end-to-end sobre las rutas).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texto libre en título/descripción con índice de texto de MongoDB.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E9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24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5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 ¡Gracias!</a:t>
            </a:r>
            <a:endParaRPr lang="en-US" sz="5400" b="1">
              <a:latin typeface="Calibri"/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868680" y="3749040"/>
            <a:ext cx="100584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3600" b="1">
                <a:solidFill>
                  <a:srgbClr val="C6A369"/>
                </a:solidFill>
                <a:latin typeface="Calibri"/>
                <a:ea typeface="Calibri"/>
                <a:cs typeface="Calibri"/>
              </a:rPr>
              <a:t> CAPTURE TUC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AA0A815-E4C7-1C90-4BAC-D66BC3173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017" y="492254"/>
            <a:ext cx="4588999" cy="46428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Personalizado</PresentationFormat>
  <Paragraphs>0</Paragraphs>
  <Slides>38</Slides>
  <Notes>38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39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CAPTURE TUC - Proyecto final Backend</dc:title>
  <dc:subject>PptxGenJS Presentation</dc:subject>
  <dc:creator>CAPTURE TUC</dc:creator>
  <cp:lastModifiedBy>CAPTURE TUC</cp:lastModifiedBy>
  <cp:revision>61</cp:revision>
  <dcterms:created xsi:type="dcterms:W3CDTF">2026-08-07T22:52:36Z</dcterms:created>
  <dcterms:modified xsi:type="dcterms:W3CDTF">2026-08-07T23:19:22Z</dcterms:modified>
</cp:coreProperties>
</file>